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8aa8606b4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f8aa8606b4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8aa8606b4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8aa8606b4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8aa8606b4_1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8aa8606b4_1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image" Target="../media/image19.png"/><Relationship Id="rId6" Type="http://schemas.openxmlformats.org/officeDocument/2006/relationships/image" Target="../media/image11.png"/><Relationship Id="rId7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17.png"/><Relationship Id="rId5" Type="http://schemas.openxmlformats.org/officeDocument/2006/relationships/image" Target="../media/image15.png"/><Relationship Id="rId6" Type="http://schemas.openxmlformats.org/officeDocument/2006/relationships/image" Target="../media/image3.png"/><Relationship Id="rId7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14.png"/><Relationship Id="rId7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515" y="1904302"/>
            <a:ext cx="4419579" cy="139837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5" name="Google Shape;55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6875" y="1904300"/>
            <a:ext cx="4419594" cy="1398378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6" name="Google Shape;56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7275" y="3455079"/>
            <a:ext cx="4419558" cy="13983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7" name="Google Shape;57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6900" y="3455085"/>
            <a:ext cx="4419548" cy="139836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58" name="Google Shape;58;p1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00" y="230479"/>
            <a:ext cx="2273457" cy="1623898"/>
          </a:xfrm>
          <a:prstGeom prst="rect">
            <a:avLst/>
          </a:prstGeom>
          <a:noFill/>
          <a:ln>
            <a:noFill/>
          </a:ln>
        </p:spPr>
      </p:pic>
      <p:sp>
        <p:nvSpPr>
          <p:cNvPr id="59" name="Google Shape;59;p13"/>
          <p:cNvSpPr txBox="1"/>
          <p:nvPr/>
        </p:nvSpPr>
        <p:spPr>
          <a:xfrm>
            <a:off x="2766925" y="811575"/>
            <a:ext cx="281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Scaffold</a:t>
            </a:r>
            <a:r>
              <a:rPr lang="en-GB" sz="1800">
                <a:solidFill>
                  <a:schemeClr val="dk2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4143125" y="869325"/>
            <a:ext cx="5040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</a:rPr>
              <a:t>MW Min</a:t>
            </a:r>
            <a:r>
              <a:rPr lang="en-GB" sz="1050">
                <a:solidFill>
                  <a:srgbClr val="FF0000"/>
                </a:solidFill>
              </a:rPr>
              <a:t> 509.58</a:t>
            </a:r>
            <a:r>
              <a:rPr lang="en-GB" sz="1050">
                <a:solidFill>
                  <a:schemeClr val="dk1"/>
                </a:solidFill>
              </a:rPr>
              <a:t>, MW Max </a:t>
            </a:r>
            <a:r>
              <a:rPr lang="en-GB" sz="1050">
                <a:solidFill>
                  <a:srgbClr val="FF0000"/>
                </a:solidFill>
              </a:rPr>
              <a:t>713.87</a:t>
            </a:r>
            <a:r>
              <a:rPr lang="en-GB" sz="1050">
                <a:solidFill>
                  <a:schemeClr val="dk1"/>
                </a:solidFill>
              </a:rPr>
              <a:t>, MW Avg </a:t>
            </a:r>
            <a:r>
              <a:rPr lang="en-GB" sz="1050">
                <a:solidFill>
                  <a:srgbClr val="FF0000"/>
                </a:solidFill>
              </a:rPr>
              <a:t>601.80</a:t>
            </a:r>
            <a:r>
              <a:rPr lang="en-GB" sz="1050">
                <a:solidFill>
                  <a:schemeClr val="dk1"/>
                </a:solidFill>
              </a:rPr>
              <a:t> 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/>
        </p:nvSpPr>
        <p:spPr>
          <a:xfrm>
            <a:off x="2766925" y="811575"/>
            <a:ext cx="281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Scaffold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6" name="Google Shape;66;p14"/>
          <p:cNvSpPr txBox="1"/>
          <p:nvPr/>
        </p:nvSpPr>
        <p:spPr>
          <a:xfrm>
            <a:off x="4143125" y="869325"/>
            <a:ext cx="5040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</a:rPr>
              <a:t>MW Min</a:t>
            </a:r>
            <a:r>
              <a:rPr lang="en-GB" sz="1050">
                <a:solidFill>
                  <a:srgbClr val="FF0000"/>
                </a:solidFill>
              </a:rPr>
              <a:t> 505.59</a:t>
            </a:r>
            <a:r>
              <a:rPr lang="en-GB" sz="1050">
                <a:solidFill>
                  <a:schemeClr val="dk1"/>
                </a:solidFill>
              </a:rPr>
              <a:t>, MW Max </a:t>
            </a:r>
            <a:r>
              <a:rPr lang="en-GB" sz="1050">
                <a:solidFill>
                  <a:srgbClr val="FF0000"/>
                </a:solidFill>
              </a:rPr>
              <a:t>742.89</a:t>
            </a:r>
            <a:r>
              <a:rPr lang="en-GB" sz="1050">
                <a:solidFill>
                  <a:schemeClr val="dk1"/>
                </a:solidFill>
              </a:rPr>
              <a:t>, MW Avg </a:t>
            </a:r>
            <a:r>
              <a:rPr lang="en-GB" sz="1050">
                <a:solidFill>
                  <a:srgbClr val="FF0000"/>
                </a:solidFill>
              </a:rPr>
              <a:t>606.01</a:t>
            </a:r>
            <a:r>
              <a:rPr lang="en-GB" sz="1050">
                <a:solidFill>
                  <a:schemeClr val="dk1"/>
                </a:solidFill>
              </a:rPr>
              <a:t> 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7" name="Google Shape;67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2395" y="136815"/>
            <a:ext cx="2418244" cy="172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25" y="1904295"/>
            <a:ext cx="4419584" cy="13983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69" name="Google Shape;69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6875" y="1904299"/>
            <a:ext cx="4419604" cy="13983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0" name="Google Shape;70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6888" y="3445295"/>
            <a:ext cx="4419584" cy="13983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71" name="Google Shape;71;p1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38" y="3445301"/>
            <a:ext cx="4419553" cy="13983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 txBox="1"/>
          <p:nvPr/>
        </p:nvSpPr>
        <p:spPr>
          <a:xfrm>
            <a:off x="2766925" y="811575"/>
            <a:ext cx="281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Scaffold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77" name="Google Shape;77;p15"/>
          <p:cNvSpPr txBox="1"/>
          <p:nvPr/>
        </p:nvSpPr>
        <p:spPr>
          <a:xfrm>
            <a:off x="4143125" y="869325"/>
            <a:ext cx="5040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</a:rPr>
              <a:t>MW Min</a:t>
            </a:r>
            <a:r>
              <a:rPr lang="en-GB" sz="1050">
                <a:solidFill>
                  <a:srgbClr val="FF0000"/>
                </a:solidFill>
              </a:rPr>
              <a:t> 499.58</a:t>
            </a:r>
            <a:r>
              <a:rPr lang="en-GB" sz="1050">
                <a:solidFill>
                  <a:schemeClr val="dk1"/>
                </a:solidFill>
              </a:rPr>
              <a:t>, MW Max </a:t>
            </a:r>
            <a:r>
              <a:rPr lang="en-GB" sz="1050">
                <a:solidFill>
                  <a:srgbClr val="FF0000"/>
                </a:solidFill>
              </a:rPr>
              <a:t>703.80</a:t>
            </a:r>
            <a:r>
              <a:rPr lang="en-GB" sz="1050">
                <a:solidFill>
                  <a:schemeClr val="dk1"/>
                </a:solidFill>
              </a:rPr>
              <a:t>, MW Avg </a:t>
            </a:r>
            <a:r>
              <a:rPr lang="en-GB" sz="1050">
                <a:solidFill>
                  <a:srgbClr val="FF0000"/>
                </a:solidFill>
              </a:rPr>
              <a:t>577.82 </a:t>
            </a:r>
            <a:r>
              <a:rPr lang="en-GB" sz="1050">
                <a:solidFill>
                  <a:schemeClr val="dk1"/>
                </a:solidFill>
              </a:rPr>
              <a:t> 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8265" y="20385"/>
            <a:ext cx="2582801" cy="1844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28" y="1904300"/>
            <a:ext cx="4419584" cy="13983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0" name="Google Shape;80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6900" y="1904299"/>
            <a:ext cx="4419574" cy="13983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6895" y="3440425"/>
            <a:ext cx="4419579" cy="13983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82" name="Google Shape;82;p15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52425" y="3440418"/>
            <a:ext cx="4419574" cy="1398381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/>
        </p:nvSpPr>
        <p:spPr>
          <a:xfrm>
            <a:off x="2766925" y="811575"/>
            <a:ext cx="2811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Scaffold 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88" name="Google Shape;88;p16"/>
          <p:cNvSpPr txBox="1"/>
          <p:nvPr/>
        </p:nvSpPr>
        <p:spPr>
          <a:xfrm>
            <a:off x="4143125" y="869325"/>
            <a:ext cx="5040900" cy="3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</a:rPr>
              <a:t>MW Min</a:t>
            </a:r>
            <a:r>
              <a:rPr lang="en-GB" sz="1050">
                <a:solidFill>
                  <a:srgbClr val="FF0000"/>
                </a:solidFill>
              </a:rPr>
              <a:t> </a:t>
            </a:r>
            <a:r>
              <a:rPr lang="en-GB" sz="1050">
                <a:solidFill>
                  <a:srgbClr val="FF0000"/>
                </a:solidFill>
              </a:rPr>
              <a:t>560.06</a:t>
            </a:r>
            <a:r>
              <a:rPr lang="en-GB" sz="1050">
                <a:solidFill>
                  <a:schemeClr val="dk1"/>
                </a:solidFill>
              </a:rPr>
              <a:t>, MW Max </a:t>
            </a:r>
            <a:r>
              <a:rPr lang="en-GB" sz="1050">
                <a:solidFill>
                  <a:srgbClr val="FF0000"/>
                </a:solidFill>
              </a:rPr>
              <a:t>797.35</a:t>
            </a:r>
            <a:r>
              <a:rPr lang="en-GB" sz="1050">
                <a:solidFill>
                  <a:schemeClr val="dk1"/>
                </a:solidFill>
              </a:rPr>
              <a:t>, MW Avg </a:t>
            </a:r>
            <a:r>
              <a:rPr lang="en-GB" sz="1050">
                <a:solidFill>
                  <a:srgbClr val="FF0000"/>
                </a:solidFill>
              </a:rPr>
              <a:t>625.64 </a:t>
            </a:r>
            <a:r>
              <a:rPr lang="en-GB" sz="1050">
                <a:solidFill>
                  <a:srgbClr val="FF0000"/>
                </a:solidFill>
              </a:rPr>
              <a:t> </a:t>
            </a:r>
            <a:r>
              <a:rPr lang="en-GB" sz="1050">
                <a:solidFill>
                  <a:schemeClr val="dk1"/>
                </a:solidFill>
              </a:rPr>
              <a:t> 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9" name="Google Shape;8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35" y="19525"/>
            <a:ext cx="2563524" cy="183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5475" y="1902010"/>
            <a:ext cx="4419574" cy="1398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1" name="Google Shape;9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6887" y="1901987"/>
            <a:ext cx="4419599" cy="1398374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2" name="Google Shape;9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55475" y="3440437"/>
            <a:ext cx="4419574" cy="139836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6900" y="3440425"/>
            <a:ext cx="4419558" cy="13983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